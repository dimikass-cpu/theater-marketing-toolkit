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</a:rPr>
              <a:t>City of Wesopa  ·  Werkstroom kaartverkoop &amp; marketing  (1/2)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 rot="16200000">
            <a:off x="18288" y="292608"/>
            <a:ext cx="256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780"/>
                </a:solidFill>
              </a:rPr>
              <a:t>INVOER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 rot="16200000">
            <a:off x="18288" y="877824"/>
            <a:ext cx="256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780"/>
                </a:solidFill>
              </a:rPr>
              <a:t>VOORBEREIDING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 rot="16200000">
            <a:off x="18288" y="1682496"/>
            <a:ext cx="25603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780"/>
                </a:solidFill>
              </a:rPr>
              <a:t>INHOUD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 rot="16200000">
            <a:off x="18288" y="3895344"/>
            <a:ext cx="256032" cy="1248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780"/>
                </a:solidFill>
              </a:rPr>
              <a:t>→ slide 2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92608" y="877824"/>
            <a:ext cx="877824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92608" y="1682496"/>
            <a:ext cx="877824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92608" y="3895344"/>
            <a:ext cx="877824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383280" y="29260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1EFE8"/>
          </a:solidFill>
          <a:ln w="9525">
            <a:solidFill>
              <a:srgbClr val="9B9A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01752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2C2A"/>
                </a:solidFill>
              </a:rPr>
              <a:t>Programmeur / Mechteld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0" y="557784"/>
            <a:ext cx="23774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2C2A"/>
                </a:solidFill>
              </a:rPr>
              <a:t>Levert programma + voorstellingsinfo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0" cy="54864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07592" y="877824"/>
            <a:ext cx="6528816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07592" y="877824"/>
            <a:ext cx="0" cy="146304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836408" y="877824"/>
            <a:ext cx="0" cy="146304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47472" y="102412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03327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5041"/>
                </a:solidFill>
              </a:rPr>
              <a:t>Lique (kantoor)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1289304"/>
            <a:ext cx="19202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5041"/>
                </a:solidFill>
              </a:rPr>
              <a:t>Seizoen in Ovatic, prijzen, verzekering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876288" y="102412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03327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5041"/>
                </a:solidFill>
              </a:rPr>
              <a:t>Melissa (marketing)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76288" y="1289304"/>
            <a:ext cx="19202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5041"/>
                </a:solidFill>
              </a:rPr>
              <a:t>Excel checken, data en prijzen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07592" y="1554480"/>
            <a:ext cx="0" cy="54864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36408" y="1554480"/>
            <a:ext cx="0" cy="54864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07592" y="1609344"/>
            <a:ext cx="6528816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609344"/>
            <a:ext cx="0" cy="219456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3383280" y="182880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1837944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</a:rPr>
              <a:t>Invoer Ovatic (Mieke / Lique)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83280" y="2093976"/>
            <a:ext cx="23774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3489"/>
                </a:solidFill>
              </a:rPr>
              <a:t>Titel, genre, tijden, prijzen, afbeeldingen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2359152"/>
            <a:ext cx="0" cy="54864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07592" y="2414016"/>
            <a:ext cx="6528816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07592" y="2414016"/>
            <a:ext cx="0" cy="192024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572000" y="2414016"/>
            <a:ext cx="0" cy="192024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7836408" y="2414016"/>
            <a:ext cx="0" cy="192024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347472" y="260604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61518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1B0C"/>
                </a:solidFill>
              </a:rPr>
              <a:t>Hanneke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7472" y="2871216"/>
            <a:ext cx="19202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1B0C"/>
                </a:solidFill>
              </a:rPr>
              <a:t>Lange websitetekst + brochure tekst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11880" y="260604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261518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1B0C"/>
                </a:solidFill>
              </a:rPr>
              <a:t>Melissa / Mieke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11880" y="2871216"/>
            <a:ext cx="19202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1B0C"/>
                </a:solidFill>
              </a:rPr>
              <a:t>Korte tekst (300) · Gooi Agenda (200)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876288" y="260604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261518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1B0C"/>
                </a:solidFill>
              </a:rPr>
              <a:t>Melissa / Tjitske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76288" y="2871216"/>
            <a:ext cx="19202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1B0C"/>
                </a:solidFill>
              </a:rPr>
              <a:t>Social posts · Instagram + Facebook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307592" y="3136392"/>
            <a:ext cx="0" cy="13716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347472" y="3273552"/>
            <a:ext cx="1920240" cy="466710"/>
          </a:xfrm>
          <a:prstGeom prst="roundRect">
            <a:avLst>
              <a:gd name="adj" fmla="val 15674"/>
            </a:avLst>
          </a:prstGeom>
          <a:solidFill>
            <a:srgbClr val="F1EFE8"/>
          </a:solidFill>
          <a:ln w="9525">
            <a:solidFill>
              <a:srgbClr val="9B9A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282696"/>
            <a:ext cx="1920240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2C2A"/>
                </a:solidFill>
              </a:rPr>
              <a:t>Melissa controleert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47472" y="3506907"/>
            <a:ext cx="1920240" cy="22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2C2A"/>
                </a:solidFill>
              </a:rPr>
              <a:t>Akkoord → blauwe achtergrond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307592" y="3740262"/>
            <a:ext cx="0" cy="4572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3136392"/>
            <a:ext cx="0" cy="64959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36408" y="3136392"/>
            <a:ext cx="0" cy="64959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07592" y="3785982"/>
            <a:ext cx="6528816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3785982"/>
            <a:ext cx="0" cy="255666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3383280" y="404164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4050792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</a:rPr>
              <a:t>Online publiceren (Mieke / Lique)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383280" y="4306824"/>
            <a:ext cx="23774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3489"/>
                </a:solidFill>
              </a:rPr>
              <a:t>Website · Gooi Agenda · Social media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474720" y="460857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780"/>
                </a:solidFill>
              </a:rPr>
              <a:t>↓  verder op slide 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</a:rPr>
              <a:t>City of Wesopa  ·  Werkstroom kaartverkoop &amp; marketing  (2/2)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 rot="16200000">
            <a:off x="18288" y="822960"/>
            <a:ext cx="2560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780"/>
                </a:solidFill>
              </a:rPr>
              <a:t>DRUKWERK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 rot="16200000">
            <a:off x="18288" y="2670048"/>
            <a:ext cx="256032" cy="2473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780"/>
                </a:solidFill>
              </a:rPr>
              <a:t>LANCERING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92608" y="822960"/>
            <a:ext cx="877824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92608" y="2670048"/>
            <a:ext cx="877824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383280" y="29260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301752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</a:rPr>
              <a:t>Online publiceren (Mieke / Lique)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83280" y="557784"/>
            <a:ext cx="23774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3489"/>
                </a:solidFill>
              </a:rPr>
              <a:t>Website · Gooi Agenda · Social media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0" cy="73152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7592" y="896112"/>
            <a:ext cx="6528816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7592" y="896112"/>
            <a:ext cx="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836408" y="896112"/>
            <a:ext cx="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47472" y="987552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99669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12402"/>
                </a:solidFill>
              </a:rPr>
              <a:t>Marcel / Mieke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1252728"/>
            <a:ext cx="19202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12402"/>
                </a:solidFill>
              </a:rPr>
              <a:t>Excel → Jeannette (+ afbeeldingen)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876288" y="987552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99669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12402"/>
                </a:solidFill>
              </a:rPr>
              <a:t>Daphne / Door / Johan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76288" y="1252728"/>
            <a:ext cx="19202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12402"/>
                </a:solidFill>
              </a:rPr>
              <a:t>Persberichten · PR · WeesperNieuws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307592" y="1517904"/>
            <a:ext cx="0" cy="402336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47472" y="192024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92938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12402"/>
                </a:solidFill>
              </a:rPr>
              <a:t>Jeannette (vormgeving)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185416"/>
            <a:ext cx="1920240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12402"/>
                </a:solidFill>
              </a:rPr>
              <a:t>Ontwerp → 2× drukproef → drukker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307592" y="2450592"/>
            <a:ext cx="0" cy="9144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36408" y="1517904"/>
            <a:ext cx="0" cy="1024128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07592" y="2542032"/>
            <a:ext cx="6528816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542032"/>
            <a:ext cx="0" cy="475488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3017520" y="301752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30266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404"/>
                </a:solidFill>
              </a:rPr>
              <a:t>Start kaartverkoop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017520" y="3429000"/>
            <a:ext cx="310896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3404"/>
                </a:solidFill>
              </a:rPr>
              <a:t>Sandwichborden plaatsen (Pieter / Johan)  ·  Ledevoordeel activeren (Lique)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of Wesopa – Werkstroom Kaartverkoop &amp; Marketing</dc:title>
  <dc:subject>PptxGenJS Presentation</dc:subject>
  <dc:creator>PptxGenJS</dc:creator>
  <cp:lastModifiedBy>PptxGenJS</cp:lastModifiedBy>
  <cp:revision>1</cp:revision>
  <dcterms:created xsi:type="dcterms:W3CDTF">2026-07-06T07:15:18Z</dcterms:created>
  <dcterms:modified xsi:type="dcterms:W3CDTF">2026-07-06T07:15:18Z</dcterms:modified>
</cp:coreProperties>
</file>